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can we select  lubricant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86868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85800"/>
            <a:ext cx="8229600" cy="556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"/>
            <a:ext cx="8229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09600"/>
            <a:ext cx="8915399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90678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8915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610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686800" cy="6004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229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"/>
            <a:ext cx="8610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686800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6106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2296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8600"/>
            <a:ext cx="8686800" cy="64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1000"/>
            <a:ext cx="8305799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</Words>
  <Application>Microsoft Office PowerPoint</Application>
  <PresentationFormat>On-screen Show (4:3)</PresentationFormat>
  <Paragraphs>1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How can we select  lubricant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 kumar</dc:creator>
  <cp:lastModifiedBy>vijay kumar</cp:lastModifiedBy>
  <cp:revision>5</cp:revision>
  <dcterms:created xsi:type="dcterms:W3CDTF">2006-08-16T00:00:00Z</dcterms:created>
  <dcterms:modified xsi:type="dcterms:W3CDTF">2021-12-28T14:39:56Z</dcterms:modified>
</cp:coreProperties>
</file>