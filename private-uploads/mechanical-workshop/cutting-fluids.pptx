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81000"/>
            <a:ext cx="8382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8600"/>
            <a:ext cx="8686800" cy="589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8600"/>
            <a:ext cx="89916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69254"/>
            <a:ext cx="8534400" cy="606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304800"/>
            <a:ext cx="8762999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8458199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2400"/>
            <a:ext cx="89154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28600"/>
            <a:ext cx="8763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0"/>
            <a:ext cx="886013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304800"/>
            <a:ext cx="88392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348" y="304800"/>
            <a:ext cx="8525252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8600"/>
            <a:ext cx="82296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1000"/>
            <a:ext cx="8610600" cy="574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1000"/>
            <a:ext cx="86868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85344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04800"/>
            <a:ext cx="8229600" cy="582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vijay kumar</dc:creator>
  <cp:lastModifiedBy>vijay kumar</cp:lastModifiedBy>
  <cp:revision>4</cp:revision>
  <dcterms:created xsi:type="dcterms:W3CDTF">2006-08-16T00:00:00Z</dcterms:created>
  <dcterms:modified xsi:type="dcterms:W3CDTF">2021-12-29T06:26:00Z</dcterms:modified>
</cp:coreProperties>
</file>